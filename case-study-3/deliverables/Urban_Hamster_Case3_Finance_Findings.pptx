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914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90288" y="274320"/>
            <a:ext cx="3017520" cy="1417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90288" y="274320"/>
            <a:ext cx="64008" cy="141732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73168" y="749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CASE STUDY #3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3168" y="1097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Finance — pricing &amp;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112745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Calibri"/>
              </a:rPr>
              <a:t>URBAN  HAMSTER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C L O T H I N 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1648" y="3474720"/>
            <a:ext cx="4114800" cy="4572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3694176"/>
            <a:ext cx="11274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1A1A1A"/>
                </a:solidFill>
                <a:latin typeface="Calibri"/>
              </a:rPr>
              <a:t>Pricing &amp; Sales Performance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4498848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Where we're growing, how our margins hold, and the next move on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5175504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29,120 products   ·   2,756 brands   ·   10 distribution centers   ·   5 years of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T. Schlichtmann  |  GB884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Calibri"/>
              </a:rPr>
              <a:t>Five Years of Volume-Led Growth — Revenue Up 90.7%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943600" cy="3657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6766560" cy="31089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54864" cy="310896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6446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Revenue grew 21× since 2019, yet average order value never left ~$86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nu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84559"/>
            <a:ext cx="5358384" cy="28202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371600"/>
            <a:ext cx="557784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ov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84559"/>
            <a:ext cx="5358384" cy="282020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4800600"/>
            <a:ext cx="11475720" cy="16916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64008" cy="169164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919472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What This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39512"/>
            <a:ext cx="11018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>
                <a:solidFill>
                  <a:srgbClr val="1A1A1A"/>
                </a:solidFill>
                <a:latin typeface="Calibri"/>
              </a:rPr>
              <a:t>Revenue climbed from $197K in 2019 to $4.16M in 2023 — about 21× — and growth re-accelerated last year, from +65.8% in 2022 to +90.7% in 2023. </a:t>
            </a:r>
          </a:p>
          <a:p>
            <a:pPr algn="l">
              <a:lnSpc>
                <a:spcPct val="104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But average order value held near $86 every single year, so roughly 96% of the growth came from more orders, not higher prices. We've been growing on volume and have left price untouched — a clear, untapped lever. (Revenue uses actual sale price, all orders included per the team's request.)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Calibri"/>
              </a:rPr>
              <a:t>Disciplined Pricing — and a Pattern in the Exceptions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943600" cy="3657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7863840" cy="31089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54864" cy="310896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7543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No loss-makers; 99.99% follow cost-plus-50%; the 4 exceptions are all two-piece 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9748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6974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A1A1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99715"/>
            <a:ext cx="2697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sold below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9748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63040"/>
            <a:ext cx="26974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99715"/>
            <a:ext cx="2697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below 50% markup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83764"/>
            <a:ext cx="2697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Calibri"/>
              </a:rPr>
              <a:t>of 29,120 — just 0.01%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546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All four are two-piece sets </a:t>
            </a:r>
            <a:r>
              <a:rPr sz="1100" b="0">
                <a:solidFill>
                  <a:srgbClr val="1A1A1A"/>
                </a:solidFill>
                <a:latin typeface="Calibri"/>
              </a:rPr>
              <a:t>(Orvis, N.G.U., Woman Within, Jessica London) at ~49% — a bundle-pricing quirk, not a systemic leak. A quick re-price closes it.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Margins are otherwise wide: </a:t>
            </a:r>
            <a:r>
              <a:rPr sz="1100" b="0">
                <a:solidFill>
                  <a:srgbClr val="1A1A1A"/>
                </a:solidFill>
                <a:latin typeface="Calibri"/>
              </a:rPr>
              <a:t>our best single item earns $594/unit (Alpha Industries Darla); premium labels like Nobis list near $830.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The catch: </a:t>
            </a:r>
            <a:r>
              <a:rPr sz="1100" b="0">
                <a:solidFill>
                  <a:srgbClr val="1A1A1A"/>
                </a:solidFill>
                <a:latin typeface="Calibri"/>
              </a:rPr>
              <a:t>this checks list price, not the price we actually collect.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57784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rkup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38839"/>
            <a:ext cx="5358384" cy="28202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65760" y="5074920"/>
            <a:ext cx="11475720" cy="1417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64008" cy="141732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93792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13832"/>
            <a:ext cx="11018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On paper pricing is healthy — nothing sells below cost and the catalog follows the cost-plus-50% playbook almost perfectly. Two gaps remain: the rule prices off our costs, not the market (cost+50% may still be off vs. competitors), and it ignores checkout discounts that quietly erode margin — the “sale we never intended.” Recommend tracking realized margin (sale price vs. cost), not just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Calibri"/>
              </a:rPr>
              <a:t>Pricing to the Market, Not Just to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943600" cy="3657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6766560" cy="31089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54864" cy="310896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6446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How to compare our prices to competitors — and where to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What to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1371600" cy="3657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965960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Start Focused, Not Boundless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The top 200–500 products that drive most revenue — not all 29,120.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044952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449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Prioritize by Volume and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37560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Lead with our biggest lines (Intimates 2,363; Jeans 1,999; Tops &amp; Tees 1,868) and highest-ticket ones (Outerwear ~$146; Suits &amp; Sport Coats ~$127).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4123944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239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Mind Brand 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16552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Allegra K alone is 1,034 products (3.5% of the catalog) — a natural place to 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71600"/>
            <a:ext cx="27432" cy="406908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7160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How to Run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700784"/>
            <a:ext cx="1371600" cy="36576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965960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9659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Match Cadence to Volatility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58568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Monthly baseline; weekly / near-real-time for fast-moving and seasonal items.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44952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449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Compare Two 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337560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Industry average for context; named competitors for prices we can act on directly.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123944"/>
            <a:ext cx="54864" cy="9144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1239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Source from Snowflake Marketplace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16552"/>
            <a:ext cx="5257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Pull third-party pricing datasets and join them to our products table — no scraping or ETL to build.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32120"/>
            <a:ext cx="11475720" cy="9601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532120"/>
            <a:ext cx="64008" cy="96012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650992"/>
            <a:ext cx="11109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Bottom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71032"/>
            <a:ext cx="11018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Growth is strong and pricing is disciplined — so the next dollar of margin comes from pricing to the market, not just to cost. Stand up competitor benchmarking and realized-margin tracking, and we can align price with both our costs and the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